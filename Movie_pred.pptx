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969BC-54DC-076C-EA11-847182EE8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A1B650-FDBA-B724-5AA3-44E8FD7D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CDFDA-DB85-A56A-7B75-E701E6840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08ECC-1C16-112C-1240-FDDAEC99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427E4-FD30-28A5-AEB7-7DFF74B4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6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D570-9640-2C15-1AC4-B60611122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0789-330E-4431-BEB3-06FFFC990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D67F6-E1F3-6E8B-5B34-B08B56FF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72C47-0C76-5BF2-3996-4E3CA80B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F0F70-27DB-AD71-EC4D-9A4464FA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02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6F8C-34EB-F11E-BD55-1EF15D2F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BCFAD-327B-3F77-910A-C88E0C22B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4778F-3D3C-71B6-7545-E28E643BC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961E6-64A9-F47E-4D73-E218064D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61018-F460-9D08-4188-B27A6F23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5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B622-145E-0FA9-84B0-5169A807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F8C4-6DD7-988E-55FB-8352852EF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9DB70-92AF-3673-0A1E-B45B2F958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9C5A3-07A8-FB86-AC96-3161ACAA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A25A8-6D57-4251-8866-1EC5C26F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311C7-4A66-949F-27C3-5E2C332D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5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03E6F-E2E2-9311-BD6C-0B014CE0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4A529-1178-C5E2-DC06-3A0F044CC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B6641-1A60-8EF3-6AD3-AB5E0EFE8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71469-8CAD-4785-01C4-69FA3D8F8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13080-E3DB-9FAE-957E-6AA55497E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8DD91D-E606-64A3-7E31-C882579A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171190-BE0A-290C-E6BD-5AD4C687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B383D-99FB-B779-ACED-40A5A0FB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1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F7F9-D644-B217-536C-EAD63B69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09637C-E7B2-6CBC-C3F6-76B7DEBD6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B1584-A4B0-492B-E80A-9839AABA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B7A99-90E8-852F-786F-42477405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1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36FC9-06CC-E25E-71AD-B47151DD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483E6-968E-D489-F479-274B880D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37DB1-8E88-C989-50AD-D469E492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4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1047-83D1-7981-1ED9-586EAD35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8E33E-8CDD-B4F3-FDE5-2632D341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8A20B-0FFA-8CE8-A6AB-4927140AD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7F371-496B-58AF-4141-82DFD710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505E5-7178-3646-9B53-6D279878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FB41E-CBCB-8EE1-6E0C-AD42B2C5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8423A-62E7-74B7-7F38-B91A81E1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2218F-6A66-2294-7046-19C657A9D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CCFC6-4EE2-BA20-DE4B-BBE6CC216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9063A-4CE8-3901-4D43-4B30A95D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5C34C-677A-D7E7-91D2-8C602D2E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2460B-D138-86A1-67A4-A4F5F16F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21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79FE1-5827-442A-AE9A-A6453AC83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8D0F1F-CA88-C5F5-62CC-F0B0ACC36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C5E91-610F-8358-18AF-92D701A45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B6D80-8E52-1FC0-69D5-C3B31F74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7ADC4-16C7-1669-72DE-D5BB20D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53CB0A-99D1-3678-95CC-26FCBF5BB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E0544-B6B8-5924-AFA6-C223912F5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7B85-D9EF-8918-49BD-20AB2B61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24C37-5C8A-E1F7-7ACC-8814135F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648E9-2602-24A5-C4BE-FFE55D9C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5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4380F9-CC12-D4A8-A0ED-8ED009C33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F8A5-FFD5-1037-6409-DE55CE9ED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09B34-B5B9-8E3F-E7E1-88ECFB538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5B006-E8F6-7B41-A264-B6B475F57256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88F97-4DD5-DB77-1D4B-74772C46E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BA12A-0184-E75A-9417-85819B6C9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45A19-26B3-F346-863E-FDE5AC4F0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6ECD-3186-1BEA-172E-040CA76D1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A1918-7C2B-2031-51FB-211FD9996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252DF-E404-ECCD-0416-3465AD413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04494" cy="671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1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FEBD-C523-BE19-8050-7CF147A6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938F18-3A86-47A2-FE60-408C8D721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1" y="0"/>
            <a:ext cx="11949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1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9462-B041-C10F-FC07-2F7D4EF9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841E8D-FB34-98FF-C5C8-E8D79E4EE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73247" cy="65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29B6-E6C6-0472-AD94-8E21272C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C685A5-7911-22CC-91D9-98C6B831D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6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0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D54F-99C3-9446-FF2F-060E6639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569FB4-F627-37B1-96AF-370663ECE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01" y="1"/>
            <a:ext cx="11949546" cy="66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6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081F-3838-BC60-BED8-F461B59EF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C4D44F-4E2F-9039-B2CA-F778488F2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745682" cy="6858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2CBEEC-A80A-DD29-4D3D-3DDA4E96D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794" y="0"/>
            <a:ext cx="3543206" cy="67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3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A4CA-E2DB-687E-4FE0-9AC2FC1C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02B816-43D7-0EFC-B274-7BA4FD866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1" y="0"/>
            <a:ext cx="11912435" cy="663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2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8A7D-0E2F-1B8F-140F-8881AA79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AA09CB-2E8D-01F6-0474-CAAD59410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70" y="0"/>
            <a:ext cx="11862955" cy="67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7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0A19-B200-4F49-2A7D-533C81AB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11221D-6533-62AD-F3A9-F95B533B6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4689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EDC8ED-10FC-B632-FA41-543B66433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482" y="365125"/>
            <a:ext cx="3358518" cy="575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4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4830-2098-5C15-3C24-20143929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705198-6CD1-396A-6659-5BCB889B9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609" cy="674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11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ED56-B7BA-BD58-8099-94C1E61A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543C71-AD37-2893-E7B6-AB57D8992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30201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9577EA-3665-837B-EF6E-20189BC57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201" y="0"/>
            <a:ext cx="3961799" cy="3605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A72DF0-0C5F-2DB3-7A92-80AEF58EE1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566" y="3548223"/>
            <a:ext cx="3961799" cy="330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08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B929-E1AB-2576-6FD4-74B4CBB7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02B265-B078-06E4-74EB-7AB554E22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8116485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AF2B47-B95D-D51B-B2A1-6E4DBB98F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474" y="0"/>
            <a:ext cx="4188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2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5FCD-22DE-BAB8-0F23-288CFD62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ACB806-4FFD-3775-4C8F-B5B846A37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6767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D7F209-91DB-79ED-EBB7-E9E023780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196" y="0"/>
            <a:ext cx="4532804" cy="4651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F545C2-87B6-C9A5-CE6C-0683079EA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10" y="4651396"/>
            <a:ext cx="4351057" cy="22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34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F62C-49AF-58E3-02CF-9A276FF4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F097AC-9BC9-BD35-C27E-E21A5F89A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471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6BC30-8AA9-6017-D76B-0BFC5B535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966" y="120054"/>
            <a:ext cx="4198134" cy="3308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A5BD69-9C8D-0695-9779-CEBEEA25A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136" y="3360464"/>
            <a:ext cx="3965864" cy="34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61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5C95-E67C-BA98-AB62-6F7607BB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14FCA7-FBF1-64EF-06F8-9275164A4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8561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1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D06A-4A26-4707-CB13-21E4E004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0CDF2E-9F8A-2C60-BEEF-1430CE650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65" y="0"/>
            <a:ext cx="11912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232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094D-AE37-CE9D-75C7-9DD135A48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7EBA4A-16A2-8B84-1DF3-F9EFD4E36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19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919937318964</dc:creator>
  <cp:lastModifiedBy>ANU PAL</cp:lastModifiedBy>
  <cp:revision>3</cp:revision>
  <dcterms:created xsi:type="dcterms:W3CDTF">2026-06-21T06:06:41Z</dcterms:created>
  <dcterms:modified xsi:type="dcterms:W3CDTF">2026-06-21T15:13:07Z</dcterms:modified>
</cp:coreProperties>
</file>